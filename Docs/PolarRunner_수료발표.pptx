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남극 배경 콘솔 러너 게임 PolarRunner입니다. 오늘은 개발하면서 가장 오래 붙잡았던 세 가지 문제를 중심으로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펭귄을 조작해 5000m를 달리며 장애물을 피하고, 별을 모아 얻은 SHOT으로 해안의 밀렵선과 싸우는 게임입니다. 엔진과 게임을 DLL과 EXE로 분리했습니다.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문제는 겉보기엔 전부 달랐지만, 파고들어 보니 원인이 하나로 모였습니다. 같은 값을 두 곳에서 따로 계산하고 있었다는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오래 걸린 문제입니다. 원인이 세 겹이었는데, 핵심은 그리는 좌표와 판정하는 좌표를 각자 계산하고 있었다는 것이었습니다.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콘솔 텍스트만으로 원근감을 만드는 부분입니다. 거리에서 화면으로 가는 단방향 변환은 되지만, 거꾸로 돌아오는 역변환은 정수로 잘려서 신뢰할 수 없었습니다.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어려웠던 버그입니다. 게임 로직을 아무리 봐도 원인이 없었고, 오른쪽 스폰에서만 잦다는 좌우 편차가 결정적인 단서였습니다.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문제를 나란히 놓고 보면 구조가 같습니다. 하나의 사실을 두 곳에서 따로 표현하고 있었고, 해결은 전부 그 표현을 하나로 모으는 것이었습니다.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다섯 가지가 이번 프로젝트에서 얻은 가장 큰 소득입니다. 특히 마지막, 체감을 로그로 남긴 덕분에 난이도 조정을 감이 아니라 숫자로 할 수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이상입니다.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06440" y="12344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_~_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(o o)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V \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/( _ )\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^ ^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PolarRunner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19933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남극을 배경으로 한 C++ 콘솔 러너·슈팅 게임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3408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중 가장 오래 붙잡았던 세 가지 문제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889504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1739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895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CraftEngine  ·  DLL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87168" y="2889504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17395B"/>
          </a:solidFill>
          <a:ln/>
        </p:spPr>
      </p:sp>
      <p:sp>
        <p:nvSpPr>
          <p:cNvPr id="9" name="Text 7"/>
          <p:cNvSpPr/>
          <p:nvPr/>
        </p:nvSpPr>
        <p:spPr>
          <a:xfrm>
            <a:off x="2487168" y="28895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PolarRunner  ·  EXE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 수료 발표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498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만들었나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384048" cy="384048"/>
          </a:xfrm>
          <a:prstGeom prst="ellipse">
            <a:avLst/>
          </a:prstGeom>
          <a:solidFill>
            <a:srgbClr val="E9F3F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달리기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 이동과 점프로 5000m 코스를 주행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384048" cy="384048"/>
          </a:xfrm>
          <a:prstGeom prst="ellipse">
            <a:avLst/>
          </a:prstGeom>
          <a:solidFill>
            <a:srgbClr val="E9F3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901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레인의 별을 모아 5개마다 SHOT 1발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384048" cy="384048"/>
          </a:xfrm>
          <a:prstGeom prst="ellipse">
            <a:avLst/>
          </a:prstGeom>
          <a:solidFill>
            <a:srgbClr val="E9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596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해안 구간에서 밀렵선과 교전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52958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5000m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393192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 길이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65376" y="352958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65376" y="393192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지형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63824" y="352958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63824" y="393192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1115568"/>
            <a:ext cx="3703320" cy="3127248"/>
          </a:xfrm>
          <a:prstGeom prst="roundRect">
            <a:avLst>
              <a:gd name="adj" fmla="val 2924"/>
            </a:avLst>
          </a:prstGeom>
          <a:solidFill>
            <a:srgbClr val="E9F3F8"/>
          </a:solidFill>
          <a:ln/>
        </p:spPr>
      </p:sp>
      <p:sp>
        <p:nvSpPr>
          <p:cNvPr id="22" name="Text 20"/>
          <p:cNvSpPr/>
          <p:nvPr/>
        </p:nvSpPr>
        <p:spPr>
          <a:xfrm>
            <a:off x="5138928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구조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15727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과정에서 학습한 Engine / Level / Actor 구조를 그대로 적용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38928" y="2103120"/>
            <a:ext cx="32004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285232" y="2176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CraftEngine  (DLL)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85232" y="243230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· Level · Actor · Physics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· Input · Math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38928" y="3108960"/>
            <a:ext cx="32004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285232" y="3182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PolarRunner  (EXE)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343814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Polar / Menu / Test Level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· Enemy · Obstacle · Star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이야기할 세 가지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“같은 것을 두 번 표현하면,</a:t>
            </a:r>
            <a:endParaRPr lang="en-US" sz="29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표현은 반드시 어긋난다.”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2578608"/>
            <a:ext cx="2487168" cy="1755648"/>
          </a:xfrm>
          <a:prstGeom prst="roundRect">
            <a:avLst>
              <a:gd name="adj" fmla="val 5208"/>
            </a:avLst>
          </a:prstGeom>
          <a:solidFill>
            <a:srgbClr val="17395B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761488"/>
            <a:ext cx="420624" cy="420624"/>
          </a:xfrm>
          <a:prstGeom prst="ellipse">
            <a:avLst/>
          </a:prstGeom>
          <a:solidFill>
            <a:srgbClr val="8ECAE6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327355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IceWall 충돌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3566160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닿았는데 CRASH,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닿았는데 통과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578608"/>
            <a:ext cx="2487168" cy="1755648"/>
          </a:xfrm>
          <a:prstGeom prst="roundRect">
            <a:avLst>
              <a:gd name="adj" fmla="val 5208"/>
            </a:avLst>
          </a:prstGeom>
          <a:solidFill>
            <a:srgbClr val="17395B"/>
          </a:solidFill>
          <a:ln/>
        </p:spPr>
      </p:sp>
      <p:sp>
        <p:nvSpPr>
          <p:cNvPr id="10" name="Shape 8"/>
          <p:cNvSpPr/>
          <p:nvPr/>
        </p:nvSpPr>
        <p:spPr>
          <a:xfrm>
            <a:off x="3493008" y="2761488"/>
            <a:ext cx="420624" cy="420624"/>
          </a:xfrm>
          <a:prstGeom prst="ellipse">
            <a:avLst/>
          </a:prstGeom>
          <a:solidFill>
            <a:srgbClr val="8ECAE6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327355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원근감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08" y="3566160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커브에서 도로가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접히듯 꺾임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2578608"/>
            <a:ext cx="2487168" cy="1755648"/>
          </a:xfrm>
          <a:prstGeom prst="roundRect">
            <a:avLst>
              <a:gd name="adj" fmla="val 5208"/>
            </a:avLst>
          </a:prstGeom>
          <a:solidFill>
            <a:srgbClr val="17395B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0488" y="2761488"/>
            <a:ext cx="420624" cy="420624"/>
          </a:xfrm>
          <a:prstGeom prst="ellipse">
            <a:avLst/>
          </a:prstGeom>
          <a:solidFill>
            <a:srgbClr val="8ECAE6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0488" y="327355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스폰 판정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90488" y="3566160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스폰하자마자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피격 판정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IceWall 충돌 판정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펭귄 몸통과 얼음벽 사이에 눈으로 보이는 빈 칸이 있는데도 CRASH: ICE WALL 발생. 직선에서는 정상, 커브에서만 오판정.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Draw()와 충돌 판정이 몸통 시작 X를 각자 계산. 방향을 바꾸면 두 값이 어긋났다.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게다가 판정은 플레이어의 행에서, 렌더는 벽 자신의 행에서 투영 — 행마다 도로 중심이 다른 커브에서 위치가 갈렸다.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0" y="1115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기준을 Player 한 곳으로 모으고, Draw()와 판정이 같은 함수·같은 행을 쓰도록 통일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37760" y="1975104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0E2C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84064" y="2084832"/>
            <a:ext cx="3364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int GetBodyLeftOffset() const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return isFacingRight ? -5 : -1; }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constexpr int BodyWidth = 7;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3310128"/>
            <a:ext cx="3657600" cy="786384"/>
          </a:xfrm>
          <a:prstGeom prst="roundRect">
            <a:avLst>
              <a:gd name="adj" fmla="val 9302"/>
            </a:avLst>
          </a:prstGeom>
          <a:solidFill>
            <a:srgbClr val="E9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5102352" y="3419856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— 방향을 바꿔도 화면에 그려진 몸통과 판정 범위가 항상 일치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맵 원근감 (Pseudo-3D)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투영식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0E2C45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481328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normalized  = 1.0f - distance / viewDistance;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perspective = std::pow(normalized, 1.55f);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지수 1.55로 지평선은 촘촘하게, 발밑은 성기게 — 러너 특유의 감각이 여기서 나온다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797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① 커브에서 도로가 접혔다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3580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커브 값을 모든 행에 똑같이 적용 → 폭이 2칸뿐인 지평선 행이 크게 흔들림.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행마다 자기 거리를 역산해 코스를 직접 샘플링하고, 먼 행은 smoothstep으로 억제.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115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② 역변환 왕복이 맞지 않았다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행을 거리로 되돌려 장애물과 비교하려 했으나, 투영 결과가 정수 행으로 잘리면서 충돌을 통째로 놓쳤다.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139696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0E2C45"/>
          </a:solidFill>
          <a:ln/>
        </p:spPr>
      </p:sp>
      <p:sp>
        <p:nvSpPr>
          <p:cNvPr id="14" name="Text 12"/>
          <p:cNvSpPr/>
          <p:nvPr/>
        </p:nvSpPr>
        <p:spPr>
          <a:xfrm>
            <a:off x="5084064" y="2249424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실패한 접근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ScreenYToDistance(playerScreenY)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2926080"/>
            <a:ext cx="3657600" cy="1133856"/>
          </a:xfrm>
          <a:prstGeom prst="roundRect">
            <a:avLst>
              <a:gd name="adj" fmla="val 6452"/>
            </a:avLst>
          </a:prstGeom>
          <a:solidFill>
            <a:srgbClr val="E9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5102352" y="30358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02352" y="3273552"/>
            <a:ext cx="33284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정수 화면 좌표는 손실 압축이다.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왕복 변환 대신 “이전 프레임과 현재 프레임 사이에 그 행을 지났는가”라는 스윕 질문으로 바꿨다.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스폰 직후 오판정 — 엔진 코어 버그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적이 근처에 오지도 않았는데 CRASH: HIT BY ENEMY BULLET.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오른쪽에서 스폰될 때 유독 자주 발생.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1396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생성자가 previousPosition을 초기화하지 않아 (0,0)으로 남아 있었다.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판정은 이전 위치와 현재 위치를 잇는 스윕 선분을 쓰기 때문에, 스폰 첫 프레임에 화면을 가로지르는 거대한 판정 선분이 생겼다.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0" y="1115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— 한 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3657600" cy="1225296"/>
          </a:xfrm>
          <a:prstGeom prst="roundRect">
            <a:avLst>
              <a:gd name="adj" fmla="val 4478"/>
            </a:avLst>
          </a:prstGeom>
          <a:solidFill>
            <a:srgbClr val="0E2C45"/>
          </a:solidFill>
          <a:ln/>
        </p:spPr>
      </p:sp>
      <p:sp>
        <p:nvSpPr>
          <p:cNvPr id="11" name="Text 9"/>
          <p:cNvSpPr/>
          <p:nvPr/>
        </p:nvSpPr>
        <p:spPr>
          <a:xfrm>
            <a:off x="5084064" y="1481328"/>
            <a:ext cx="3364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Actor::Actor(const std::string&amp; image,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const Vector2&amp; position, ...)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image(image), position(position),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previousPosition(position),   // 추가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0" y="2743200"/>
            <a:ext cx="3657600" cy="1316736"/>
          </a:xfrm>
          <a:prstGeom prst="roundRect">
            <a:avLst>
              <a:gd name="adj" fmla="val 5556"/>
            </a:avLst>
          </a:prstGeom>
          <a:solidFill>
            <a:srgbClr val="E9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5102352" y="285292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02352" y="3090672"/>
            <a:ext cx="33284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증상은 “적 탄환 버그”였지만 원인은 엔진 코어의 초기화 누락이었고, 같은 스윕 판정을 쓰는 모든 스폰 프레임에 영향이 있었다.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 편차라는 단서를 따라 (0,0)을 의심한 것이 열쇠였다.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문제의 공통 구조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08176"/>
            <a:ext cx="420624" cy="42062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08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33856" y="1243584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 그린 위치  ≠  충돌 판정 위치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07408" y="1243584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37760" y="1207008"/>
            <a:ext cx="3657600" cy="859536"/>
          </a:xfrm>
          <a:prstGeom prst="roundRect">
            <a:avLst>
              <a:gd name="adj" fmla="val 8511"/>
            </a:avLst>
          </a:prstGeom>
          <a:solidFill>
            <a:srgbClr val="E9F3F8"/>
          </a:solidFill>
          <a:ln/>
        </p:spPr>
      </p:sp>
      <p:sp>
        <p:nvSpPr>
          <p:cNvPr id="8" name="Text 6"/>
          <p:cNvSpPr/>
          <p:nvPr/>
        </p:nvSpPr>
        <p:spPr>
          <a:xfrm>
            <a:off x="5102352" y="1207008"/>
            <a:ext cx="3328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계산을 한 곳으로 통합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(단, 규칙은 논리값으로 분리)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468880"/>
            <a:ext cx="420624" cy="42062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" y="230428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월드 거리  ≠  화면 위치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07408" y="2304288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37760" y="2267712"/>
            <a:ext cx="3657600" cy="859536"/>
          </a:xfrm>
          <a:prstGeom prst="roundRect">
            <a:avLst>
              <a:gd name="adj" fmla="val 8511"/>
            </a:avLst>
          </a:prstGeom>
          <a:solidFill>
            <a:srgbClr val="E9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5102352" y="2267712"/>
            <a:ext cx="3328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→ Screen 단방향 변환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역변환 왕복은 정수 행에서 깨진다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529584"/>
            <a:ext cx="420624" cy="42062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" y="336499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위치만으로는 부족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07408" y="3364992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37760" y="3328416"/>
            <a:ext cx="3657600" cy="859536"/>
          </a:xfrm>
          <a:prstGeom prst="roundRect">
            <a:avLst>
              <a:gd name="adj" fmla="val 8511"/>
            </a:avLst>
          </a:prstGeom>
          <a:solidFill>
            <a:srgbClr val="E9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3328416"/>
            <a:ext cx="3328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+ Current 스윕 상태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스폰 첫 프레임의 이전 위치까지 정의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배운 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E9F3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61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좌표와 게임 규칙을 분리한다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점프는 논리 높이로 판정하고 출력만 변환 — ASCII를 고쳐도 난이도가 변하지 않는다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170432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E9F3F8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61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수치를 두 곳에서 계산하지 않는다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Draw와 판정이 같은 값을 보게 만드는 것이 API의 존재 이유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E9F3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59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정수 화면 좌표는 손실 압축이다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역변환 왕복 대신 “그 행을 지났는가”라는 스윕 질문으로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267712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E9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359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연출로 데이터를 덮어쓰지 않는다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렌더는 코스 데이터를 따라가고, 조절은 스폰 규칙 같은 상위에서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01568"/>
            <a:ext cx="8046720" cy="859536"/>
          </a:xfrm>
          <a:prstGeom prst="roundRect">
            <a:avLst>
              <a:gd name="adj" fmla="val 8511"/>
            </a:avLst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112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체감을 숫자로 남긴다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37856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시점의 playerX / wallX, 점프 높이, Enemy 스폰·사격·격추를 로그로 남겨 밸런싱을 추측이 아니라 데이터로 진행했다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문제 모두, 원인은</a:t>
            </a:r>
            <a:endParaRPr lang="en-US" sz="27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“두 개의 진실”이었습니다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2128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사실을 두 곳에서 따로 표현하는 순간 버그가 생겼고,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해결은 언제나 그 표현을 한 곳으로 모으는 일이었습니다.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0" y="932688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17395B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0" y="10424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검증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0" y="129844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MSBuild  Debug | x64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0 · 오류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01168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17395B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2121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과제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2377440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 구간 데이터의 외부 파일 분리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판정의 단위 테스트화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사운드와 이펙트 레이어 추가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50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github.com/jwwoopp/PolarRunner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2793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PolarRunner 개발기</dc:title>
  <dc:subject>PptxGenJS Presentation</dc:subject>
  <dc:creator>jwwoopp</dc:creator>
  <cp:lastModifiedBy>jwwoopp</cp:lastModifiedBy>
  <cp:revision>1</cp:revision>
  <dcterms:created xsi:type="dcterms:W3CDTF">2026-08-19T11:42:53Z</dcterms:created>
  <dcterms:modified xsi:type="dcterms:W3CDTF">2026-08-19T11:42:53Z</dcterms:modified>
</cp:coreProperties>
</file>